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3F8067-E2CE-4A3A-AA0F-2057AACEC089}">
  <a:tblStyle styleId="{813F8067-E2CE-4A3A-AA0F-2057AACEC0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4918e91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4918e91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74918e91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74918e91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5c8c216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5c8c216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74918e91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74918e91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763464ac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763464ac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4918e91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74918e91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4918e91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4918e91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5c8c216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75c8c216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74918e91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74918e91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74918e91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74918e91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75c8c216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75c8c216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74918e91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74918e91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4918e91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74918e91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75c8c2161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75c8c216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74918e91d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74918e91d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74918e91d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74918e91d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75c8c2161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75c8c216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74918e91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74918e91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74918e91d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74918e91d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75c8c2161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75c8c2161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75c8c216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75c8c216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561d407d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561d407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Auto-NBA Milestone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Jacob Wheeler, Jaden Ziga, Ryan Hastie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Auto-NBA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Searches for the best combination of network architecture, bitwidths, and accelerators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Mainly designed for CNNs, but can also be used for DNNs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Finds an architecture, then trains the dataset using that selected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3 for Auto-NBA - Path B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how different Auto-NBA configuration parameters affect: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 time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Training time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Training accuracy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Configuration Parameters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Auto-NBA repository lacks sufficient documentation with a small read me file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a lack of comments within the configuration file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experiments aim to make it clear </a:t>
            </a:r>
            <a:r>
              <a:rPr lang="en"/>
              <a:t>which</a:t>
            </a:r>
            <a:r>
              <a:rPr lang="en"/>
              <a:t> parameters affect accuracy and efficiency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CIFAR-10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5% training portion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25 search epochs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25 training epochs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Colab T4 GPU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 We Tested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Bitwidth search space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Fixed bitwidth values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Alpha / beta weights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Channel list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 metric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layers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590100" y="1263200"/>
            <a:ext cx="398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Configurations: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C.num_bits_list = [4]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C.num_bits_list = [4, 6]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C.num_bits_list = [4, 6, 8]</a:t>
            </a:r>
            <a:endParaRPr sz="1800"/>
          </a:p>
        </p:txBody>
      </p:sp>
      <p:sp>
        <p:nvSpPr>
          <p:cNvPr id="91" name="Google Shape;91;p19"/>
          <p:cNvSpPr txBox="1"/>
          <p:nvPr>
            <p:ph idx="2" type="body"/>
          </p:nvPr>
        </p:nvSpPr>
        <p:spPr>
          <a:xfrm>
            <a:off x="4572000" y="12632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search time as search space gets larger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training accuracy between the three runs</a:t>
            </a:r>
            <a:endParaRPr sz="1800"/>
          </a:p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1 - Bitwidth Search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1 -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Larger search space increased search time and improved accuracy.</a:t>
            </a:r>
            <a:endParaRPr/>
          </a:p>
        </p:txBody>
      </p:sp>
      <p:graphicFrame>
        <p:nvGraphicFramePr>
          <p:cNvPr id="99" name="Google Shape;99;p20"/>
          <p:cNvGraphicFramePr/>
          <p:nvPr/>
        </p:nvGraphicFramePr>
        <p:xfrm>
          <a:off x="56695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{813F8067-E2CE-4A3A-AA0F-2057AACEC089}</a:tableStyleId>
              </a:tblPr>
              <a:tblGrid>
                <a:gridCol w="2002525"/>
                <a:gridCol w="2002525"/>
                <a:gridCol w="2002525"/>
                <a:gridCol w="20025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Configuration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Search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Train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[4]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55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46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77.917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[4,6]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 hr 35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40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81.647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[4,6,8]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 hr 17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41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85.536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6" y="0"/>
            <a:ext cx="831832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590100" y="1263200"/>
            <a:ext cx="398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Configurations: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4-bit only [4]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6-bit only [6]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8-bit only [8]</a:t>
            </a:r>
            <a:endParaRPr sz="1800"/>
          </a:p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4572000" y="12632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accuracy and efficiency of fixed 4-bit, 6-bit, and 8-bit models</a:t>
            </a:r>
            <a:endParaRPr sz="1800"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2 - Fixed Bitwidth Comparison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2 -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8-bit gave the highest training accuracy.</a:t>
            </a:r>
            <a:endParaRPr/>
          </a:p>
        </p:txBody>
      </p:sp>
      <p:graphicFrame>
        <p:nvGraphicFramePr>
          <p:cNvPr id="120" name="Google Shape;120;p23"/>
          <p:cNvGraphicFramePr/>
          <p:nvPr/>
        </p:nvGraphicFramePr>
        <p:xfrm>
          <a:off x="56695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{813F8067-E2CE-4A3A-AA0F-2057AACEC089}</a:tableStyleId>
              </a:tblPr>
              <a:tblGrid>
                <a:gridCol w="2002525"/>
                <a:gridCol w="2002525"/>
                <a:gridCol w="2002525"/>
                <a:gridCol w="20025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Configuration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Search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Train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[4]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55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46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77.917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[6]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54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41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84.067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[8]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54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38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85.714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6" y="0"/>
            <a:ext cx="831832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590100" y="1263200"/>
            <a:ext cx="398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Configurations: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alpha = 1, beta = 1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alpha = 0.2, beta = 0.2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alpha = 0.05, beta = 0.05</a:t>
            </a:r>
            <a:endParaRPr sz="1800"/>
          </a:p>
        </p:txBody>
      </p:sp>
      <p:sp>
        <p:nvSpPr>
          <p:cNvPr id="133" name="Google Shape;133;p25"/>
          <p:cNvSpPr txBox="1"/>
          <p:nvPr>
            <p:ph idx="2" type="body"/>
          </p:nvPr>
        </p:nvSpPr>
        <p:spPr>
          <a:xfrm>
            <a:off x="4572000" y="12632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how changing alpha and beta affects search time, training time, and training accuracy</a:t>
            </a:r>
            <a:endParaRPr sz="1800"/>
          </a:p>
        </p:txBody>
      </p:sp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3 - Alpha / Beta Weights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3 -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0.05 / 0.05 setting produced the highest training accuracy.</a:t>
            </a:r>
            <a:endParaRPr/>
          </a:p>
        </p:txBody>
      </p:sp>
      <p:graphicFrame>
        <p:nvGraphicFramePr>
          <p:cNvPr id="141" name="Google Shape;141;p26"/>
          <p:cNvGraphicFramePr/>
          <p:nvPr/>
        </p:nvGraphicFramePr>
        <p:xfrm>
          <a:off x="564900" y="13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{813F8067-E2CE-4A3A-AA0F-2057AACEC089}</a:tableStyleId>
              </a:tblPr>
              <a:tblGrid>
                <a:gridCol w="2114275"/>
                <a:gridCol w="1892825"/>
                <a:gridCol w="2003550"/>
                <a:gridCol w="20035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Configuration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Search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Train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alpha 1, beta 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 hr 8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47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83.849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alpha 0.2, beta 0.2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 hr 5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44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84.534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lpha 0.05, beta 0.05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 hr 17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51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85.942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25" y="0"/>
            <a:ext cx="831834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590100" y="1263200"/>
            <a:ext cx="398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Configurations: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C.efficiency_metric = 'latency'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C.efficiency_metric = 'flops'</a:t>
            </a:r>
            <a:endParaRPr sz="1800"/>
          </a:p>
        </p:txBody>
      </p:sp>
      <p:sp>
        <p:nvSpPr>
          <p:cNvPr id="154" name="Google Shape;154;p28"/>
          <p:cNvSpPr txBox="1"/>
          <p:nvPr>
            <p:ph idx="2" type="body"/>
          </p:nvPr>
        </p:nvSpPr>
        <p:spPr>
          <a:xfrm>
            <a:off x="4572000" y="12632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how the efficiency metric changes search time, training time, and training accuracy</a:t>
            </a:r>
            <a:endParaRPr sz="1800"/>
          </a:p>
        </p:txBody>
      </p:sp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4 - Efficiency Metric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4 -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Latency had a better train time than flops</a:t>
            </a:r>
            <a:endParaRPr/>
          </a:p>
        </p:txBody>
      </p:sp>
      <p:graphicFrame>
        <p:nvGraphicFramePr>
          <p:cNvPr id="162" name="Google Shape;162;p29"/>
          <p:cNvGraphicFramePr/>
          <p:nvPr/>
        </p:nvGraphicFramePr>
        <p:xfrm>
          <a:off x="564900" y="13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{813F8067-E2CE-4A3A-AA0F-2057AACEC089}</a:tableStyleId>
              </a:tblPr>
              <a:tblGrid>
                <a:gridCol w="2114275"/>
                <a:gridCol w="1892825"/>
                <a:gridCol w="2003550"/>
                <a:gridCol w="20035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Configuration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Search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Train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latency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 hr 15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38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84.266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flops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39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52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82.996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6" y="0"/>
            <a:ext cx="831832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5 - Channel List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450900" y="1257400"/>
            <a:ext cx="7894200" cy="16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Configurations: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C.num_channel_list = [16, 24, 32, 64, 112, 184, 352] – standard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C.num_channel_list = [8, 12, 16, 32, 56, 92, 176] – halved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C.num_channel_list = [24, 36, 48, 96, 168, 276, 528] – 1.5x</a:t>
            </a:r>
            <a:endParaRPr sz="1800"/>
          </a:p>
        </p:txBody>
      </p:sp>
      <p:sp>
        <p:nvSpPr>
          <p:cNvPr id="176" name="Google Shape;176;p31"/>
          <p:cNvSpPr txBox="1"/>
          <p:nvPr>
            <p:ph idx="2" type="body"/>
          </p:nvPr>
        </p:nvSpPr>
        <p:spPr>
          <a:xfrm>
            <a:off x="450900" y="2968925"/>
            <a:ext cx="82422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how changing the channel list affects accuracy and efficiency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Search time may also be affected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5 -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Larger channel sizes improved accuracy, but increased search time. Smaller channel sizes ran faster, but reduced performance.</a:t>
            </a:r>
            <a:endParaRPr/>
          </a:p>
        </p:txBody>
      </p:sp>
      <p:graphicFrame>
        <p:nvGraphicFramePr>
          <p:cNvPr id="183" name="Google Shape;183;p32"/>
          <p:cNvGraphicFramePr/>
          <p:nvPr/>
        </p:nvGraphicFramePr>
        <p:xfrm>
          <a:off x="564900" y="13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{813F8067-E2CE-4A3A-AA0F-2057AACEC089}</a:tableStyleId>
              </a:tblPr>
              <a:tblGrid>
                <a:gridCol w="3775325"/>
                <a:gridCol w="1481575"/>
                <a:gridCol w="1449825"/>
                <a:gridCol w="13074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Configuration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Search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Train Time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Standard [16, 24, 32, 64, 112, 184, 352]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 hr 1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38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74.345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Halved [8, 12, 16, 32, 56, 92, 176]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 hr 43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35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64.722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1.5x [24, 36, 48, 96, 168, 276, 528]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 hr 21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35 min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78.611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6" y="0"/>
            <a:ext cx="831832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Failed Experiment 6 - Number of Layers</a:t>
            </a:r>
            <a:endParaRPr/>
          </a:p>
        </p:txBody>
      </p:sp>
      <p:sp>
        <p:nvSpPr>
          <p:cNvPr id="196" name="Google Shape;19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C.num_layer_list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Values to test : [1,4,4,4,4,4,1] (standard configuration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[1,2,2,2,2,2,1] (halved), [1,6,6,6,6,6,1] (1.5)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Completely broke Auto-NBA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Auto-NBA searches for and trains an architecture based on the settings provided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Different settings changed the search time, training time, and training accuracy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Bitwidth settings, alpha/beta weights, the channel list, and the efficiency metric all affected the results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Overall, the configuration choices made a clear difference in performance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